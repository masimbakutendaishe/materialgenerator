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Basic Fire Safety in the Workplace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 Training 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1: Understanding Fire and Its Hazards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 the components of the fire triangle and how they interact</a:t>
            </a:r>
          </a:p>
          <a:p>
            <a:r>
              <a:t>Identify common fire hazards found in typical workplaces</a:t>
            </a:r>
          </a:p>
          <a:p>
            <a:r>
              <a:t>Describe the potential impact of fire incidents on people, property and operations</a:t>
            </a:r>
          </a:p>
          <a:p>
            <a:r>
              <a:t>Recognize the legal and regulatory responsibilities related to fire safety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2: Fire Prevention and 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Conduct a basic fire risk assessment using a standard checklist</a:t>
            </a:r>
          </a:p>
          <a:p>
            <a:r>
              <a:t>Implement practical control measures to eliminate or reduce fire risks</a:t>
            </a:r>
          </a:p>
          <a:p>
            <a:r>
              <a:t>Maintain housekeeping and storage practices that minimise fire hazards</a:t>
            </a:r>
          </a:p>
          <a:p>
            <a:r>
              <a:t>Review and update fire prevention procedures on a regular basis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3: Fire Safety Equipment and Its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the different types of fire extinguishers and their appropriate applications</a:t>
            </a:r>
          </a:p>
          <a:p>
            <a:r>
              <a:t>Select the correct fire extinguisher for a given class of fire</a:t>
            </a:r>
          </a:p>
          <a:p>
            <a:r>
              <a:t>Demonstrate the PASS technique when operating a fire extinguisher</a:t>
            </a:r>
          </a:p>
          <a:p>
            <a:r>
              <a:t>Inspect, maintain and record the condition of fire safety equipment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4: Emergency Procedures and Evacuation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Describe the components of an effective emergency response plan</a:t>
            </a:r>
          </a:p>
          <a:p>
            <a:r>
              <a:t>Explain the roles and responsibilities of fire wardens and emergency teams</a:t>
            </a:r>
          </a:p>
          <a:p>
            <a:r>
              <a:t>Conduct a safe and orderly evacuation drill following prescribed routes</a:t>
            </a:r>
          </a:p>
          <a:p>
            <a:r>
              <a:t>Account for all personnel after evacuation and report to emergency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5: Communication and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Report identified fire hazards using the appropriate workplace forms</a:t>
            </a:r>
          </a:p>
          <a:p>
            <a:r>
              <a:t>Complete an incident report after a fire or near‑miss event</a:t>
            </a:r>
          </a:p>
          <a:p>
            <a:r>
              <a:t>Communicate effectively with emergency services and internal response teams</a:t>
            </a:r>
          </a:p>
          <a:p>
            <a:r>
              <a:t>Promote fire safety awareness through briefings and signage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6: Legal and Organizational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Outline the MERSETA and QCTO requirements for fire safety training at NQF Level 2</a:t>
            </a:r>
          </a:p>
          <a:p>
            <a:r>
              <a:t>Interpret relevant sections of the Occupational Health and Safety Act concerning fire safety</a:t>
            </a:r>
          </a:p>
          <a:p>
            <a:r>
              <a:t>Explain employer and employee obligations for maintaining a fire‑safe environment</a:t>
            </a:r>
          </a:p>
          <a:p>
            <a:r>
              <a:t>Maintain accurate records to demonstrate compliance with fire safety legislation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