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we walk the floor we must stay at least two metres from any live conductor above 50 V, as required by the OHSA. A typical shock source is a frayed power cord on a welding machine, which caused an emergency stop last month. Always verify the red high‑voltage triangle and lock‑out/tag‑out tags before beginning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beginning any live‑work task, first match the voltage class to the PPE – for example, on a 3 kV switchgear job we wear class 2 insulated gloves and a dielectric mat. Before putting them on, conduct a quick visual and tactile inspection for cuts, worn seams, and verify the certification tag is current; any defect means you must replace the item. Keep in mind PPE only reduces risk; it won’t stop burns from hot surfaces above its temperature rating, so always combine it with lock‑out/tag‑out and other safe work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each lockout must match the specific energy source and that only the person who applied the lock may remove it. Demonstrate with a real‑world example: on a metal‑stamping line, the maintenance technician locks out the main motor, tags it with his ID, then uses a multimeter to verify no voltage before opening the guard. Remind learners that proper documentation and communication protect both workers and the company from legal penalties.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 hear a spark or see someone collapse, immediately isolate the electricity by switching off the breaker or unplugging the equipment, then use a dry, non‑conductive object to move the source away before providing aid. For example, when a technician was shocked by a faulty drill in our workshop, the team turned off the mains, used a wooden pole to remove the drill, and began CPR while awaiting the ambulance. After the emergency, record all details and notify the safety officer within 24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Basic Electrical Safety for Industrial Workers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Test Training 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1: Understanding Electrical Hazards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conductors &gt;50 V AC/DC – keep ≥2 m clearance</a:t>
            </a:r>
          </a:p>
          <a:p>
            <a:r>
              <a:t>Damaged insulation or exposed wiring = shock risk</a:t>
            </a:r>
          </a:p>
          <a:p>
            <a:r>
              <a:t>Arc‑flash can exceed 20 000 °C – wear flash suit</a:t>
            </a:r>
          </a:p>
          <a:p>
            <a:r>
              <a:t>Safety labels: ‘High Voltage’, ‘Lock‑out/Tag‑out’, colour‑coded symbols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2: Personal Protective Equipment (PPE)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Match voltage class: use arc‑flash rated gloves &amp; insulated tools for &gt;1 kV work</a:t>
            </a:r>
          </a:p>
          <a:p>
            <a:r>
              <a:t>Inspect PPE each shift: check for tears, cracks, missing tags, and expiry dates</a:t>
            </a:r>
          </a:p>
          <a:p>
            <a:r>
              <a:t>Know limits: PPE won't protect against chemical burns, &gt;200 °C heat, or impacts beyond its rating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3: Safe Isolation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Identify and isolate ALL energy sources before any work begins</a:t>
            </a:r>
          </a:p>
          <a:p>
            <a:r>
              <a:t>Apply lockout device and tag with your unique ID – never remove another's lock</a:t>
            </a:r>
          </a:p>
          <a:p>
            <a:r>
              <a:t>Use a calibrated tester to confirm zero voltage/current before starting</a:t>
            </a:r>
          </a:p>
          <a:p>
            <a:r>
              <a:t>Record the isolation step and inform all affected personnel</a:t>
            </a:r>
          </a:p>
          <a:p>
            <a:r>
              <a:t>Comply with MERSETA LOTO regulations – non‑compliance can lead to fines and prosecution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4: Emergency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Cut power at the source before approaching the victim</a:t>
            </a:r>
          </a:p>
          <a:p>
            <a:r>
              <a:t>Use insulated gloves and non‑conductive tools; never touch a live person</a:t>
            </a:r>
          </a:p>
          <a:p>
            <a:r>
              <a:t>Check responsiveness, call emergency services, then start CPR if needed</a:t>
            </a:r>
          </a:p>
          <a:p>
            <a:r>
              <a:t>Document the incident and report to the safety officer within 24 hrs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